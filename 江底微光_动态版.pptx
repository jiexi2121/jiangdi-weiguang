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江底微光_版本A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江底微光_动态循环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江底微光_版本A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江底微光_版本A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江底微光_版本A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